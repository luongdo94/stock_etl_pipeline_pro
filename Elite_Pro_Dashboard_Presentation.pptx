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0" y="10972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Elite Pro Stock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00D4FF"/>
                </a:solidFill>
              </a:rPr>
              <a:t>End-to-End Modern Data Stack for Financial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0B0B0"/>
                </a:solidFill>
              </a:rPr>
              <a:t>Python · DuckDB · Airflow · Streamlit ·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🎯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● 💎 Universe: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Tracking 20 global Tech/Healthcare giants (US, EU, CN).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● 📊 Fundamental: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40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4-Year Revenue &amp; EPS History with YoY growth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● 🧠 AI Engine: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108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Unified 9-factor scoring model (Valuation, Growth, Techs).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● 🏦 Warehouse: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97763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Medallion Architecture (Bronze/Silver/Gold) on DuckDB.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● ⏲️ Automation: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846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Fully automated daily updates via Airflow &amp; GitHub 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● 📈 Reporting: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715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Rich HTML Email reports &amp; Interactive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D4FF"/>
                </a:solidFill>
              </a:rPr>
              <a:t>🏗️ Technical Stack (The 'Pro'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Python/yfinance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83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Robust data extraction with automatic NaN filtering.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7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DuckDB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97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High-performance analytics engine (Columnar storage).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1187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Airflow/Docker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118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Orchestration &amp; reproducibility in any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526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Premium Glassmorphism UI for real-time visualization.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FF88"/>
                </a:solidFill>
              </a:rP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440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24/7 Serverless automation and CI/CD sync.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CC00"/>
                </a:solidFill>
              </a:rPr>
              <a:t>📊 Current Market Insights (Live 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05840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FF88"/>
                </a:solidFill>
              </a:rPr>
              <a:t>🏆 Top Performer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DELL (+1.82% avg daily)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1005840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FF88"/>
                </a:solidFill>
              </a:rPr>
              <a:t>📡 Trend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2/19 stocks in Bullish trend (MA20 &gt; MA50).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1005840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FF88"/>
                </a:solidFill>
              </a:rPr>
              <a:t>📏 High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DELL is closest to 52w high.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212080"/>
            <a:ext cx="1005840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FF88"/>
                </a:solidFill>
              </a:rPr>
              <a:t>🛡️ Deep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Only 10 stocks corrected &gt;20%.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You! / Cảm ơn bạn!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00D4FF"/>
                </a:solidFill>
              </a:rPr>
              <a:t>GitHub: github.com/luongdo94/stock_etl_pipeline_pro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0B0B0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