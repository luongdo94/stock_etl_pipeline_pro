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Elite Pro: Aktien ETL &amp; KI-Analyse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Intelligence &amp; Portfolio Alpha</a:t>
            </a:r>
          </a:p>
          <a:p>
            <a:r>
              <a:t>Deutsch-Version (Kompakt)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Daten-Architektur &amp; ETL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Apache Airflow: Automatisierte Workflows.</a:t>
            </a:r>
          </a:p>
          <a:p>
            <a:pPr/>
            <a:r>
              <a:t>• DuckDB: Hochleistungs-Analysespeicher.</a:t>
            </a:r>
          </a:p>
          <a:p>
            <a:pPr/>
            <a:r>
              <a:t>• Data Marts: Optimiertes Star-Schema.</a:t>
            </a:r>
          </a:p>
          <a:p>
            <a:pPr/>
            <a:r>
              <a:t>• Scalability: Effiziente Big-Data Verarbeitung.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6-Säulen KI-Scoring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Fundamentalanalyse: Bewertung &amp; Profitabilität.</a:t>
            </a:r>
          </a:p>
          <a:p>
            <a:pPr/>
            <a:r>
              <a:t>• Risikomanagement: Finanzielle Stärke.</a:t>
            </a:r>
          </a:p>
          <a:p>
            <a:pPr/>
            <a:r>
              <a:t>• Momentum: RSI, MA-Signale &amp; Z-Score.</a:t>
            </a:r>
          </a:p>
          <a:p>
            <a:pPr/>
            <a:r>
              <a:t>• Sektor-Gewichtung: Dynamische KI-Algorithmen.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&amp; Markt-Sentiment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FinBERT Integration: KI-News Analyse.</a:t>
            </a:r>
          </a:p>
          <a:p>
            <a:pPr/>
            <a:r>
              <a:t>• Hybrid-Modell: TextBlob &amp; Transformer.</a:t>
            </a:r>
          </a:p>
          <a:p>
            <a:pPr/>
            <a:r>
              <a:t>• Real-time Impact: News-Score Integration.</a:t>
            </a:r>
          </a:p>
          <a:p>
            <a:pPr/>
            <a:r>
              <a:t>• Catalyst Search: Sentiment als Trendbestätigung.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UX &amp; Roadmap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Streamlit Dashboard: Elite Dark-Mode Design.</a:t>
            </a:r>
          </a:p>
          <a:p>
            <a:pPr/>
            <a:r>
              <a:t>• High-Density KPIs: Popover-Analysen.</a:t>
            </a:r>
          </a:p>
          <a:p>
            <a:pPr/>
            <a:r>
              <a:t>• Roadmap: Portfolio-Tracking &amp; Alerts.</a:t>
            </a:r>
          </a:p>
          <a:p>
            <a:pPr/>
            <a:r>
              <a:t>• Zukunft: Deep Learning Preisprognosen.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