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Elite Pro: Stock ETL &amp; AI Analytics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Pitch &amp; Technical Deep-Dive</a:t>
            </a:r>
          </a:p>
          <a:p>
            <a:r>
              <a:t>Generated by Antigravity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Architecture &amp; ETL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Apache Airflow: Automated data orchestration and update cycles.</a:t>
            </a:r>
          </a:p>
          <a:p>
            <a:pPr/>
            <a:r>
              <a:t>• DuckDB: High-performance analytical warehouse for market data.</a:t>
            </a:r>
          </a:p>
          <a:p>
            <a:pPr/>
            <a:r>
              <a:t>• Star-Schema: Optimized Data Marts for tickers, prices, and financials.</a:t>
            </a:r>
          </a:p>
          <a:p>
            <a:pPr/>
            <a:r>
              <a:t>• Scalability: Handling large-scale datasets with efficient I/O.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6-Pillar Proprietary AI Scoring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Multi-Factor Model: Valuation, Profitability, Financial Health.</a:t>
            </a:r>
          </a:p>
          <a:p>
            <a:pPr/>
            <a:r>
              <a:t>• Advanced Pillars: Shareholder Yield, Momentum, Analyst Estimates.</a:t>
            </a:r>
          </a:p>
          <a:p>
            <a:pPr/>
            <a:r>
              <a:t>• Sector-Aware Weighting: Dynamic scoring based on industry types.</a:t>
            </a:r>
          </a:p>
          <a:p>
            <a:pPr/>
            <a:r>
              <a:t>• Quant-Native Logic: Combining fundamentals with technical signals.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News Analysis &amp; NLP Sentiment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Hybrid NLP Framework: Utilizing TextBlob and FinBERT models.</a:t>
            </a:r>
          </a:p>
          <a:p>
            <a:pPr/>
            <a:r>
              <a:t>• Sentiment Integration: Real-time news analysis impact on AI Score.</a:t>
            </a:r>
          </a:p>
          <a:p>
            <a:pPr/>
            <a:r>
              <a:t>• Contextual Awareness: Sentiment as a catalyst for technical trends.</a:t>
            </a:r>
          </a:p>
          <a:p>
            <a:pPr/>
            <a:r>
              <a:t>• Automated Intelligence: Turning narrative noise into numeric alpha.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Premium Experience &amp;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Elite UI/UX: Dark-mode high-density Dashboard in Streamlit.</a:t>
            </a:r>
          </a:p>
          <a:p>
            <a:pPr/>
            <a:r>
              <a:t>• Predictive Analytics: Monte Carlo simulations and popover breakdowns.</a:t>
            </a:r>
          </a:p>
          <a:p>
            <a:pPr/>
            <a:r>
              <a:t>• 2026 Roadmap: Portfolio tracking, Real-time alerts, Deep Learning integration.</a:t>
            </a:r>
          </a:p>
          <a:p>
            <a:pPr/>
            <a:r>
              <a:t>• Expansion: Global market scaling and SaaS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